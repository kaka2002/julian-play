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df822ca8b5420a" /><Relationship Type="http://schemas.openxmlformats.org/officeDocument/2006/relationships/extended-properties" Target="/docProps/app.xml" Id="Rf8844406f7824ebd" /><Relationship Type="http://schemas.openxmlformats.org/officeDocument/2006/relationships/officeDocument" Target="/ppt/presentation.xml" Id="R694688ff4b90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b243a396d94247"/>
  </p:sldMasterIdLst>
  <p:notesMasterIdLst>
    <p:notesMasterId xmlns:r="http://schemas.openxmlformats.org/officeDocument/2006/relationships" r:id="Rbea468685be3422a"/>
  </p:notesMasterIdLst>
  <p:sldIdLst>
    <p:sldId xmlns:r="http://schemas.openxmlformats.org/officeDocument/2006/relationships" id="256" r:id="Rb98ed76132024f39"/>
    <p:sldId xmlns:r="http://schemas.openxmlformats.org/officeDocument/2006/relationships" id="257" r:id="R56d95186460a4d9c"/>
    <p:sldId xmlns:r="http://schemas.openxmlformats.org/officeDocument/2006/relationships" id="258" r:id="R3a30cfdc68ac4469"/>
    <p:sldId xmlns:r="http://schemas.openxmlformats.org/officeDocument/2006/relationships" id="259" r:id="Rccfc2fdeeb5140f5"/>
    <p:sldId xmlns:r="http://schemas.openxmlformats.org/officeDocument/2006/relationships" id="260" r:id="Refcc8becf58e4f5c"/>
    <p:sldId xmlns:r="http://schemas.openxmlformats.org/officeDocument/2006/relationships" id="261" r:id="Rb33678ee185b4dc0"/>
    <p:sldId xmlns:r="http://schemas.openxmlformats.org/officeDocument/2006/relationships" id="262" r:id="R6893ca2f52014d53"/>
    <p:sldId xmlns:r="http://schemas.openxmlformats.org/officeDocument/2006/relationships" id="263" r:id="Ra842c352cf534c43"/>
    <p:sldId xmlns:r="http://schemas.openxmlformats.org/officeDocument/2006/relationships" id="264" r:id="R3a750e20b15d4a10"/>
    <p:sldId xmlns:r="http://schemas.openxmlformats.org/officeDocument/2006/relationships" id="265" r:id="R2da3b33507c34f2d"/>
    <p:sldId xmlns:r="http://schemas.openxmlformats.org/officeDocument/2006/relationships" id="266" r:id="R17fead521f4e43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e50316030f4984" /><Relationship Type="http://schemas.openxmlformats.org/officeDocument/2006/relationships/slideMaster" Target="/ppt/slideMasters/slideMaster1.xml" Id="R33b243a396d94247" /><Relationship Type="http://schemas.openxmlformats.org/officeDocument/2006/relationships/notesMaster" Target="/ppt/notesMasters/notesMaster1.xml" Id="Rbea468685be3422a" /><Relationship Type="http://schemas.openxmlformats.org/officeDocument/2006/relationships/presProps" Target="/ppt/presProps.xml" Id="R70ebf3fbfcb54f9e" /><Relationship Type="http://schemas.openxmlformats.org/officeDocument/2006/relationships/tableStyles" Target="/ppt/tableStyles.xml" Id="R3d67e31bb12243f6" /><Relationship Type="http://schemas.openxmlformats.org/officeDocument/2006/relationships/slide" Target="/ppt/slides/slide1.xml" Id="Rb98ed76132024f39" /><Relationship Type="http://schemas.openxmlformats.org/officeDocument/2006/relationships/slide" Target="/ppt/slides/slide2.xml" Id="R56d95186460a4d9c" /><Relationship Type="http://schemas.openxmlformats.org/officeDocument/2006/relationships/slide" Target="/ppt/slides/slide3.xml" Id="R3a30cfdc68ac4469" /><Relationship Type="http://schemas.openxmlformats.org/officeDocument/2006/relationships/slide" Target="/ppt/slides/slide4.xml" Id="Rccfc2fdeeb5140f5" /><Relationship Type="http://schemas.openxmlformats.org/officeDocument/2006/relationships/slide" Target="/ppt/slides/slide5.xml" Id="Refcc8becf58e4f5c" /><Relationship Type="http://schemas.openxmlformats.org/officeDocument/2006/relationships/slide" Target="/ppt/slides/slide6.xml" Id="Rb33678ee185b4dc0" /><Relationship Type="http://schemas.openxmlformats.org/officeDocument/2006/relationships/slide" Target="/ppt/slides/slide7.xml" Id="R6893ca2f52014d53" /><Relationship Type="http://schemas.openxmlformats.org/officeDocument/2006/relationships/slide" Target="/ppt/slides/slide8.xml" Id="Ra842c352cf534c43" /><Relationship Type="http://schemas.openxmlformats.org/officeDocument/2006/relationships/slide" Target="/ppt/slides/slide9.xml" Id="R3a750e20b15d4a10" /><Relationship Type="http://schemas.openxmlformats.org/officeDocument/2006/relationships/slide" Target="/ppt/slides/slide10.xml" Id="R2da3b33507c34f2d" /><Relationship Type="http://schemas.openxmlformats.org/officeDocument/2006/relationships/slide" Target="/ppt/slides/slide11.xml" Id="R17fead521f4e43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3476127e64e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427894f5e4bf8" /><Relationship Type="http://schemas.openxmlformats.org/officeDocument/2006/relationships/notesMaster" Target="/ppt/notesMasters/notesMaster1.xml" Id="R4e294ed222144a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0d68cce18c48fd" /><Relationship Type="http://schemas.openxmlformats.org/officeDocument/2006/relationships/notesMaster" Target="/ppt/notesMasters/notesMaster1.xml" Id="Rc22de989bad948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4ea7e093994a18" /><Relationship Type="http://schemas.openxmlformats.org/officeDocument/2006/relationships/notesMaster" Target="/ppt/notesMasters/notesMaster1.xml" Id="R5b77c0786e834c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5f92db7d144324" /><Relationship Type="http://schemas.openxmlformats.org/officeDocument/2006/relationships/notesMaster" Target="/ppt/notesMasters/notesMaster1.xml" Id="Re591c339cd16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a5803aac5c466a" /><Relationship Type="http://schemas.openxmlformats.org/officeDocument/2006/relationships/notesMaster" Target="/ppt/notesMasters/notesMaster1.xml" Id="R8e2a4947e61f43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d98abecfb14da1" /><Relationship Type="http://schemas.openxmlformats.org/officeDocument/2006/relationships/notesMaster" Target="/ppt/notesMasters/notesMaster1.xml" Id="Rcfca74738ce242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ecb22b4efa4456" /><Relationship Type="http://schemas.openxmlformats.org/officeDocument/2006/relationships/notesMaster" Target="/ppt/notesMasters/notesMaster1.xml" Id="Rd887edd0fd364a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9ace81e9874833" /><Relationship Type="http://schemas.openxmlformats.org/officeDocument/2006/relationships/notesMaster" Target="/ppt/notesMasters/notesMaster1.xml" Id="Ra3fd03b883df49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8359258b954b7d" /><Relationship Type="http://schemas.openxmlformats.org/officeDocument/2006/relationships/notesMaster" Target="/ppt/notesMasters/notesMaster1.xml" Id="R5f2b9175086b4c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c8a6dec3794947" /><Relationship Type="http://schemas.openxmlformats.org/officeDocument/2006/relationships/notesMaster" Target="/ppt/notesMasters/notesMaster1.xml" Id="Rcfbe953e9cde48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108c44ed6a4c84" /><Relationship Type="http://schemas.openxmlformats.org/officeDocument/2006/relationships/notesMaster" Target="/ppt/notesMasters/notesMaster1.xml" Id="R1660dea53cdf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Abertura: apresente o Julian Play como uma solução completa para quem vende IPTV e P2P. Reforce que o objetivo é reduzir trabalho manual e organizar a operação.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dor do cliente: trabalho manual, perda de controle e falta de rastreabilidade. Em seguida, posicione o sistema como centralizador.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painel tira o dono da operação do modo 'procurar problema' e coloca no modo 'agir no que importa'.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cadastro é o coração do sistema: ele evita voltar em vários lugares para saber quem é o cliente e o que foi combinado.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robô não substitui o dono do negócio; ele filtra o repetitivo e dá escala com registro.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novo fluxo do PIX: o QR Code é gerado pelo sistema, o Mercado Pago confirma a aprovação, o cadastro é renovado e o cliente recebe a mensagem no WhatsApp. Explique que funciona no servidor e na instalação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 que campanha grande exige cuidado. O sistema já prepara envio em lote e teste individual, mas campanhas oficiais via API podem ser o próximo nível.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isso aumenta a oferta comercial: você pode vender o serviço hospedado ou liberar instalação local controlada.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o foco é mostrar controle do fornecedor: o cliente local não fica solto; a licença continua sob administração.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manutenção como diferencial profissional: menos suporte manual, mais autonomia para diagnosticar e recuperar.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Fechamento: convide para demonstração. Se for vídeo, terminar com chamada direta para contato.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98617cef64a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20e09fb3124a96" /><Relationship Type="http://schemas.openxmlformats.org/officeDocument/2006/relationships/slideLayout" Target="/ppt/slideLayouts/slideLayout1.xml" Id="R3a156a59be734e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156a59be734e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d1e7096314e8c" /><Relationship Type="http://schemas.openxmlformats.org/officeDocument/2006/relationships/image" Target="/ppt/media/image.png" Id="R3f22b78f18f14e8d" /><Relationship Type="http://schemas.openxmlformats.org/officeDocument/2006/relationships/image" Target="/ppt/media/image2.png" Id="Rf4404bfaf872494c" /><Relationship Type="http://schemas.openxmlformats.org/officeDocument/2006/relationships/notesSlide" Target="/ppt/notesSlides/notesSlide1.xml" Id="R142216842c7f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fa07c9a864a17" /><Relationship Type="http://schemas.openxmlformats.org/officeDocument/2006/relationships/image" Target="/ppt/media/image3.png" Id="Ra9747811d1bc4c40" /><Relationship Type="http://schemas.openxmlformats.org/officeDocument/2006/relationships/notesSlide" Target="/ppt/notesSlides/notesSlide2.xml" Id="Rd9f59c990bec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276c469a44f79" /><Relationship Type="http://schemas.openxmlformats.org/officeDocument/2006/relationships/image" Target="/ppt/media/image4.png" Id="R264201bb732d4151" /><Relationship Type="http://schemas.openxmlformats.org/officeDocument/2006/relationships/notesSlide" Target="/ppt/notesSlides/notesSlide3.xml" Id="Rdee95efe40454a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427e488874a58" /><Relationship Type="http://schemas.openxmlformats.org/officeDocument/2006/relationships/image" Target="/ppt/media/image5.png" Id="R918329b8ee664915" /><Relationship Type="http://schemas.openxmlformats.org/officeDocument/2006/relationships/notesSlide" Target="/ppt/notesSlides/notesSlide4.xml" Id="R2324b58b82b54e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a73a084144257" /><Relationship Type="http://schemas.openxmlformats.org/officeDocument/2006/relationships/image" Target="/ppt/media/image6.png" Id="Radf0b4be3fab4cb1" /><Relationship Type="http://schemas.openxmlformats.org/officeDocument/2006/relationships/notesSlide" Target="/ppt/notesSlides/notesSlide5.xml" Id="R1b6ebd16702d4e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1dbb3564f4b70" /><Relationship Type="http://schemas.openxmlformats.org/officeDocument/2006/relationships/image" Target="/ppt/media/image7.png" Id="Rf2a42442415c48a3" /><Relationship Type="http://schemas.openxmlformats.org/officeDocument/2006/relationships/notesSlide" Target="/ppt/notesSlides/notesSlide6.xml" Id="R435f6aba81ae44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0d4c873594020" /><Relationship Type="http://schemas.openxmlformats.org/officeDocument/2006/relationships/image" Target="/ppt/media/image8.png" Id="Rb8ec06b6c79246a1" /><Relationship Type="http://schemas.openxmlformats.org/officeDocument/2006/relationships/image" Target="/ppt/media/image9.png" Id="R45ff1d8c8c094923" /><Relationship Type="http://schemas.openxmlformats.org/officeDocument/2006/relationships/notesSlide" Target="/ppt/notesSlides/notesSlide7.xml" Id="R46f6625cce7b46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5532205dc4c61" /><Relationship Type="http://schemas.openxmlformats.org/officeDocument/2006/relationships/image" Target="/ppt/media/image10.png" Id="R020bcb34c5f64ddf" /><Relationship Type="http://schemas.openxmlformats.org/officeDocument/2006/relationships/notesSlide" Target="/ppt/notesSlides/notesSlide8.xml" Id="R4fb6e98247304f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b813603f640b6" /><Relationship Type="http://schemas.openxmlformats.org/officeDocument/2006/relationships/image" Target="/ppt/media/image11.png" Id="R75bb670dff5b4654" /><Relationship Type="http://schemas.openxmlformats.org/officeDocument/2006/relationships/notesSlide" Target="/ppt/notesSlides/notesSlide9.xml" Id="Ra2315599657e44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504115ca14f8b" /><Relationship Type="http://schemas.openxmlformats.org/officeDocument/2006/relationships/image" Target="/ppt/media/image12.png" Id="R1f61e3cf1184432d" /><Relationship Type="http://schemas.openxmlformats.org/officeDocument/2006/relationships/notesSlide" Target="/ppt/notesSlides/notesSlide10.xml" Id="R72aca1ba85a544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a66c107024d94" /><Relationship Type="http://schemas.openxmlformats.org/officeDocument/2006/relationships/image" Target="/ppt/media/image13.png" Id="R1a8a1e8b76854427" /><Relationship Type="http://schemas.openxmlformats.org/officeDocument/2006/relationships/notesSlide" Target="/ppt/notesSlides/notesSlide11.xml" Id="Rfa1083e4fede40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b78f18f14e8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337CC-C087-4B89-953B-A6B570F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B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04bfaf872494c"/>
          <a:stretch xmlns:a="http://schemas.openxmlformats.org/drawingml/2006/main"/>
        </p:blipFill>
        <p:spPr>
          <a:xfrm xmlns:a="http://schemas.openxmlformats.org/drawingml/2006/main">
            <a:off x="7810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15679-1D09-4231-B135-7EBAF9A7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3143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9D4"/>
          </a:solidFill>
          <a:ln xmlns:a="http://schemas.openxmlformats.org/drawingml/2006/main" w="9525">
            <a:solidFill>
              <a:srgbClr val="17C9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577ED-6FA2-48C5-9962-651461F1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SISTEMA COMERCIAL PARA IPTV E P2P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70B53-4350-4473-BEF5-88014962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F0289-7183-4E6A-9845-E9BC651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Controle de clientes, robô WhatsApp, financeiro, campanhas e licenças em uma única operação.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1920B-CC82-4D78-9A99-ED1B372C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3E801-8CD1-41EA-9AB0-A9545D7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Do cadastro à renovação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2393D-83FB-40DB-B687-5784F1F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0A06E-0181-4E12-B25D-2869B509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Menos retrabalho e mais controle para vender, atender e cobrar.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01401-51D5-48AA-95C8-E06456F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619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F0569-867C-4499-8300-BD3A40DE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530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Servidor ou instalação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488F4-467B-4773-BDAB-52C2954B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34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F6000-2768-44E5-9158-8CE075C1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054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Você controla a licença e o cliente usa o painel onde preferir.</a:t>
            </a:r>
          </a:p>
        </p:txBody>
      </p:sp>
    </p:spTree>
    <p:extLst>
      <p:ext uri="{BB962C8B-B14F-4D97-AF65-F5344CB8AC3E}">
        <p14:creationId xmlns:p14="http://schemas.microsoft.com/office/powerpoint/2010/main" val="786916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18701-587F-40A6-A9AF-984E3959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1B252-4975-458F-81AA-2CE44408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47811d1bc4c40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70DDA-05D0-40F3-8705-18DC7EA6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3901E-F83E-4E2B-8A57-59E22021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O problema que o sistema resolve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CAD6A-5DAB-40F2-B693-225C5144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Antes do Julian Play, a operação costuma ficar espalhada entre planilhas, WhatsApp, painéis de apps, anotações e cobranças manuais.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21C27-EFBA-4696-80FF-0D44BDCE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F7DE0-63F3-4899-AD1D-D00000F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Cliente vence e ninguém vê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695D9-11F7-4EB8-BCAF-D8B954A4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06189-AB06-4C8A-96B0-138D7DE3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Avisos dependem da memória e podem atrasar a renovação.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7B5D9-5832-4B28-9EC7-5A4093EC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3257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19755-8AB2-4346-A886-A82FE71A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Histórico fica perdido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173E4-B0F8-4274-8DEC-D2451B38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E1667-808E-4FD8-9E55-17F95604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67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Conversas, pagamentos e alterações ficam fora do cadastro.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78B6A-4CDB-4D65-9EA0-469CA60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257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FEC28-CDC5-42BF-BBE4-E266AB41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Entrega sem padrão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D5DD4-404F-4337-A91C-6CA20B7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34C4E-D6CF-4F95-985C-6003896B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Cada instalação pode sair de um jeito, dificultando suporte.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A7ADA-06E0-4657-B932-260809E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48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90BC9-22F0-4F17-B54A-EB09703B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4D"/>
                </a:solidFill>
              </a:defRPr>
            </a:pPr>
            <a:r>
              <a:rPr sz="1800" b="1">
                <a:solidFill>
                  <a:srgbClr val="071B4D"/>
                </a:solidFill>
              </a:rPr>
              <a:t>A proposta é simples: transformar a rotina comercial em um fluxo padronizado, visível e fácil de acompanhar.</a:t>
            </a:r>
          </a:p>
        </p:txBody>
      </p:sp>
    </p:spTree>
    <p:extLst>
      <p:ext uri="{BB962C8B-B14F-4D97-AF65-F5344CB8AC3E}">
        <p14:creationId xmlns:p14="http://schemas.microsoft.com/office/powerpoint/2010/main" val="1623229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91A05-EBFD-42E3-8872-9D2FD4D0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745EB-C20B-47E5-B20D-A04A9072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201bb732d4151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D541A-C6EF-4CF1-8971-434262D2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6CAAD-B312-4D8B-A66F-2D6EB699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Painel de controle para decidir rápido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945E-F502-4D8F-904F-47565407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A tela inicial mostra o que exige atenção: clientes ativos, vencimentos próximos, receita recorrente, campanhas e status do atendimento.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F6AB7-0FC6-4AD0-A1C6-6428E7FA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49FDF-2E3C-4E2B-A703-847C946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A6DE4-A199-4F70-B9B5-3117D50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Clientes ativos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5150E-EDAA-45E1-BC16-E9F00E14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4A580-C2C4-43BB-BD9A-B24F73D3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base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6FE3E-594E-4844-A961-7E37BBD9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31EC5-5F02-44A3-AD1B-75804E3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9D5BB-7C7B-4DE3-ADF5-AA1A8262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Vencem em 7 dias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F858A-84B3-44B6-826A-B37C61BD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AF205-DBC2-412A-810D-9F8C40E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precisam atenção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EC03E-EB0B-4642-A23C-CE1D71BB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A6786-B503-44DB-AECC-C69E6436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0787C-31B2-4D6B-8C94-54FBEDAE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Receita mensal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76D0E-B45F-473F-8852-D51A47EB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R$ 283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B5CB4-4780-4843-BCA2-7081076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recorrente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7B8F0-A755-46EF-BCEB-51AA4AE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2530A-D199-46F8-AE22-4FE322F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D4651-B6F2-414D-8736-D167BB80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Atendimentos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8E3FE-07AC-4294-9094-E5AD2BE5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39BEC-6CB8-4188-9998-DCD6E5DD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urgentes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80B7D-09F7-4BF9-9DB7-AF48C046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648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4A2F1D-C272-4E9D-820D-DE1D53C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Resultado comercial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0F462-3903-4B60-BD5F-6E31E72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Você sabe quem precisa renovar, quem está ativo, quanto está entrando e qual ação deve ser feita primeiro.</a:t>
            </a:r>
          </a:p>
        </p:txBody>
      </p:sp>
    </p:spTree>
    <p:extLst>
      <p:ext uri="{BB962C8B-B14F-4D97-AF65-F5344CB8AC3E}">
        <p14:creationId xmlns:p14="http://schemas.microsoft.com/office/powerpoint/2010/main" val="1572710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BDCA3-DC40-4904-BE08-2D8B3C2D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549A5-5557-494D-B537-B5135536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329b8ee664915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90F81-6842-47BE-9157-960B808F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16824-EF8B-4A16-A192-3DF6B43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Cadastro completo do 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4ADFE-91F1-4FED-8C62-BEA5F90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Cada cliente concentra dados pessoais, plano, vencimento, apps, dispositivos, painel, acesso IPTV, tags e histórico.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63C5-1078-4D25-BF7E-AEBEAE4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E0897-5EDE-4EDC-AA31-628C542D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Plano e vencimento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7358F-7318-468F-9FE7-ADFB020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971D5-7C62-457D-AB68-001B33C8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Controle dias, valor, status, início e renovação.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5C98C-8723-4B46-B1E7-72522CCF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4795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E4E31-2851-4B54-B755-035E897B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Apps e dispositivos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03E91-14CE-4146-A748-5D26E9D0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19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FA2C9-638B-4E4B-AE2D-B7FDAF3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Registre onde o cliente usa e quais apps estão instalados.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CEB3B-864D-4B06-84E6-63071081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BE238-0F68-446F-9DD1-DB9E2E9B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Tags e origem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D98E0-EE13-460B-BA63-C6EDA1A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BF242-21A7-4E2A-9281-597CAFFF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90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Separe VIP, bom pagador, indicação, teste e outros grupos.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73B90-3C0B-47EE-8430-1E9EB522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0AAC0-CBDD-4DBE-AB09-8F138689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WhatsApp internacional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B9B97-7F85-4D08-B1A6-B6475A8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F07DA-4D2C-4C6B-A386-7D03EB6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DDI por país para atender Brasil, EUA, Canadá e outros.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FAD7B-93E3-4816-A569-814D36B0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1A59C-1341-4C14-B23F-DCB92C51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339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Ações rápidas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B7FDB-61C4-4557-9446-20D76B42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149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65B86-5CD4-4DA4-8A8C-EA0B6449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863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Enviar PIX, cobrança, abrir WhatsApp, renovar e ver histórico.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7CE71-1FEE-4215-9B86-1E6A2F7E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4340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4467F-8FC2-4732-B294-3026B643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339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Histórico único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ECAB15-2BB0-4513-9A39-C1F78A88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149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FA937F-59B5-4377-99B6-057CF68D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863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Financeiro, robô, atendimentos e notas em uma linha do tempo.</a:t>
            </a:r>
          </a:p>
        </p:txBody>
      </p:sp>
    </p:spTree>
    <p:extLst>
      <p:ext uri="{BB962C8B-B14F-4D97-AF65-F5344CB8AC3E}">
        <p14:creationId xmlns:p14="http://schemas.microsoft.com/office/powerpoint/2010/main" val="1041664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619C8F-C485-4908-B30C-2532CBB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9BA9D-7B6E-4ABC-B863-4E1DC265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0b4be3fab4cb1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2C02A-7785-4742-8F49-8E43CFF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3D3B1-48AE-4A12-B82C-C51A18C2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Robô WhatsApp para atendimento e cobrança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93F69-BD21-4C3A-8ABA-EA5CADB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O robô responde clientes, envia vencimentos, PIX, orientações de instalação, campanhas e mensagens configuradas no painel.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0BADD-FC98-4EC7-B947-262ADA6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1CDD6-C8F9-4C81-B2F0-B0D49BEB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8DCD6-5249-4966-9A0B-5DB59A1B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3"/>
          </a:solidFill>
          <a:ln xmlns:a="http://schemas.openxmlformats.org/drawingml/2006/main" w="0">
            <a:solidFill>
              <a:srgbClr val="DFE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BC6B3-E9AD-4766-AF48-8E664964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Cliente chama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6576A-66C0-4E99-BF59-305C49AF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 robô identifica a intenção: PIX, renovação, teste ou suporte.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355A3-A82B-44E5-A3BD-4A3FB35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C0275-3DD1-4833-8A54-907BAECF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945E2-8DFE-4092-BA41-CE6359DD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3"/>
          </a:solidFill>
          <a:ln xmlns:a="http://schemas.openxmlformats.org/drawingml/2006/main" w="0">
            <a:solidFill>
              <a:srgbClr val="DFE7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6A1EA-2795-4819-BEFD-39B880D9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62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Sistema consulta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3874B-775F-46BA-A87D-C273048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624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Busca plano, vencimento, cliente e configurações.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19688-C19E-48FB-8CF6-3C5DF66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725BA-0ED1-4031-9117-79C4A728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49352-236A-4DFE-90D6-B9D35BFF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051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3"/>
          </a:solidFill>
          <a:ln xmlns:a="http://schemas.openxmlformats.org/drawingml/2006/main" w="0">
            <a:solidFill>
              <a:srgbClr val="DFE7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91115-08EE-47C8-B5BA-AB4822B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Resposta sai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8A20D-8C6E-4041-B332-20A8719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Mensagem com texto, imagem ou QR Code conforme o fluxo.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21F66-6110-4B28-BA99-E99DA7E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C50BA-1B33-4569-9EE9-205F9173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94FA5-EADA-4AC5-B4DE-C05E5C74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3"/>
          </a:solidFill>
          <a:ln xmlns:a="http://schemas.openxmlformats.org/drawingml/2006/main" w="0">
            <a:solidFill>
              <a:srgbClr val="DFE7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C71EB-3A5C-42F4-AB41-0D30247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Histórico grava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39AD73-65D4-425D-AA65-6FAC1CD5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Tudo fica registrado no cliente e no painel.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A8189-339F-4676-A912-63C346A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07040-D64D-4CD8-A660-6D7C09D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90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1ADFAA-0248-41D1-941C-71833C6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Humano assume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554BE5-3DCC-4294-80B5-4F28F9E9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Quando necessário, o robô pausa o atendimento automático.</a:t>
            </a:r>
          </a:p>
        </p:txBody>
      </p:sp>
    </p:spTree>
    <p:extLst>
      <p:ext uri="{BB962C8B-B14F-4D97-AF65-F5344CB8AC3E}">
        <p14:creationId xmlns:p14="http://schemas.microsoft.com/office/powerpoint/2010/main" val="1053305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03E22-D8C7-4E20-825E-A9D7648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E9538-FD16-42D3-9CC9-FC5A725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42442415c48a3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AE5CB-45EC-4D82-A5B3-59CFE385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56D2D-F772-433B-9C93-B0DEE5DA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PIX confirmado e renovação automática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EC8A2-0AF4-45D7-A455-407FA07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Com Mercado Pago, o sistema gera a cobrança, identifica a aprovação, renova o cliente e envia a confirmação pelo WhatsApp.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08A12-0A15-4CD4-9DA3-20F016F0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897F3-66FF-40BE-B733-AE9DC455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Fluxo automático do PIX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6F094-0C61-4732-A437-365B5EDA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1. Gere o QR Code do plano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2. O cliente realiza o PIX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3. Mercado Pago confirma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4. O vencimento é renovado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5. O WhatsApp avisa o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BFD12-3DC2-47D1-A4A6-A65549C9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5720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4277F-5CCC-48CB-A355-75A4037F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</a:defRPr>
            </a:pPr>
            <a:r>
              <a:rPr sz="1875" b="1">
                <a:solidFill>
                  <a:srgbClr val="10B981"/>
                </a:solidFill>
              </a:rPr>
              <a:t>Benefício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0CBA4-FF1A-4815-9EFD-99768679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Menos conferência manual, renovação sem atraso e confirmação automática para o cliente.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DCB76-4608-459E-8999-7494C6B1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000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33DDC-66FF-4803-B1D1-9F0881E4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Servidor: webhook  |  Local: consulta segura</a:t>
            </a:r>
          </a:p>
        </p:txBody>
      </p:sp>
    </p:spTree>
    <p:extLst>
      <p:ext uri="{BB962C8B-B14F-4D97-AF65-F5344CB8AC3E}">
        <p14:creationId xmlns:p14="http://schemas.microsoft.com/office/powerpoint/2010/main" val="1375417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76DBD-4B8B-48B3-A16D-C0AD8720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C15CA-08AF-4039-AC88-2637C53E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c06b6c79246a1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51712-8236-40DC-BF8A-5B2C4C5E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069C4-EA55-4D0A-9DE4-A0400420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Campanhas e CRM para vender mais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1F7E7-9146-45E4-9BC6-658F4345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O sistema permite campanhas com imagem, envio de teste individual, disparo em lote controlado e CRM para acompanhar interessados.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f1d8c8c094923"/>
          <a:stretch xmlns:a="http://schemas.openxmlformats.org/drawingml/2006/main"/>
        </p:blipFill>
        <p:spPr>
          <a:xfrm xmlns:a="http://schemas.openxmlformats.org/drawingml/2006/main">
            <a:off x="685800" y="24765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F16E9-B74A-4AC7-97F1-F46E3FC2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76C53-22F4-4FD3-89B1-C2D5C498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670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Disparo protegido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7F7D0-7EBF-4297-81A9-C5E960F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D8832-B9B8-4A60-B204-B20D6E4B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Envio em lotes para reduzir risco de travar o WhatsApp.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85A20-96A9-40C4-B921-AEFE8425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20B18-0395-4BF7-B49F-2E8ED2FA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Modelo editável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E3A2D-AFC3-42DE-A485-844416A6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1AC98-7514-4272-BB0C-BD3B4850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Texto configurado em modelos e imagem definida em manutenção.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6D364-8A28-44BE-812C-B34A7CC0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4F2B7-6636-41C9-A196-A8A51CAC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62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CRM de vendas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30409-CDDC-47FD-8C1B-711D6216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947F0-05D5-47DC-9080-3E361E08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149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Registre leads, retorno, status e motivo de perda.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C60E6-7155-4B33-8D96-5EB3D3FC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2290B-4C34-4262-BE17-ADEA1D4E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Teste antes de enviar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188AA-1057-4199-BE7B-83F1F2E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7A596-0A94-461A-96A4-41C57D0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Envie para um cliente e valide a campanha antes do lote.</a:t>
            </a:r>
          </a:p>
        </p:txBody>
      </p:sp>
    </p:spTree>
    <p:extLst>
      <p:ext uri="{BB962C8B-B14F-4D97-AF65-F5344CB8AC3E}">
        <p14:creationId xmlns:p14="http://schemas.microsoft.com/office/powerpoint/2010/main" val="752306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BCC6F-5E1D-42F5-BC81-A9CC00D5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4E6F9-98A8-4968-8B08-BBD115DA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bcb34c5f64ddf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2BBD9-B19E-4AC7-9520-F2BEEFA9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D02BA-413D-485A-9C9B-54A4FF92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Instalação local ou hospedada no servidor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B5F7E-E2D5-46A4-A34C-9C35D175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Você pode manter clientes no seu servidor ou entregar uma instalação local licenciada no computador do cliente.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B2454-DC5C-4B9E-AA96-804C3841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F3819-E51B-4DF9-8271-0E0C6700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5BFF"/>
                </a:solidFill>
              </a:defRPr>
            </a:pPr>
            <a:r>
              <a:rPr sz="2250" b="1">
                <a:solidFill>
                  <a:srgbClr val="1E5BFF"/>
                </a:solidFill>
              </a:rPr>
              <a:t>Servidor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62ABC-6190-49E2-B3D7-49F83103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Ideal para centralizar várias instalações, acompanhar clientes e operar com domínio próprio.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99025-168C-42FD-8691-6E34C60D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D1226-F0DD-4EF6-A173-504E87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A19"/>
                </a:solidFill>
              </a:defRPr>
            </a:pPr>
            <a:r>
              <a:rPr sz="2250" b="1">
                <a:solidFill>
                  <a:srgbClr val="F28A19"/>
                </a:solidFill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030C4-CB08-4086-9941-8CDB157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Ideal para cliente usar no próprio computador, com licença controlada por você.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8239F-70B6-45E5-945A-89BA8F18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62600"/>
            <a:ext cx="476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4D"/>
          </a:solidFill>
          <a:ln xmlns:a="http://schemas.openxmlformats.org/drawingml/2006/main" w="9525">
            <a:solidFill>
              <a:srgbClr val="071B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067BE-7B61-4857-9AD9-2CC473A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38800"/>
            <a:ext cx="445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Licença por ID de instalação e chave da máquina</a:t>
            </a:r>
          </a:p>
        </p:txBody>
      </p:sp>
    </p:spTree>
    <p:extLst>
      <p:ext uri="{BB962C8B-B14F-4D97-AF65-F5344CB8AC3E}">
        <p14:creationId xmlns:p14="http://schemas.microsoft.com/office/powerpoint/2010/main" val="2105308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05992-C26A-427E-BEF0-BC5D44FA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99825-8BF0-4A6B-BEBE-7984D6F4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b670dff5b4654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78391-D112-460A-AEAB-A54D3381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3D9D7-1D03-4BC8-BE90-F8C9B767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Painel Mestre para controlar instalações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286FB-047F-442D-A6C0-4D551F0F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O Painel Mestre acompanha instalações comerciais, licenças locais, validade, status, saúde do robô e necessidades de atenção.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B0484-9FBE-48F4-88B3-C91EB5F0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71F74-2AB9-4761-8399-D2F4522B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E913D-2FD8-44E6-B203-EE4B3FED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Licenças locais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C37C2-F0BF-4267-A252-CEC1A6C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Ativas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DE468-15DB-4687-9382-76A93F30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controle por máquina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8882F-AA25-4E26-B0B5-EA4EEEAA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B7D2E-70E8-496B-8EF2-5DE1811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D2F0C-8259-4895-9E90-6E996D3D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Instalações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A362B-9DFF-4F3D-9107-094B08C8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Servidor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A1AA9-DE77-4308-BFC3-2F0D6263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clientes isolados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64A40-A38E-4245-A404-643F776A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E5D80-AE3C-4730-AEA0-1838FA14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9D90C-467C-4079-B1A9-A086D92F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Renovações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E0F05-BD9A-4B7A-ABBB-37E79D4D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Código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17795-0D48-4182-A540-606C1517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envio ao cliente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F752E-1146-47EB-8473-67099340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2383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2699C-AEC7-4FDB-944C-3DA8629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B966A-5DB1-4436-A2F5-99B40E87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Atenção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3E847-F227-44A5-911B-C64446E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Prioridades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692D8-475D-4098-9CB4-244E2EA6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14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o que revisar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6DC02-38EA-4515-90F2-5D10396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48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F6658-964E-4A62-888F-357E7037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Você decide quando liberar, renovar, suspender, transferir ou acompanhar uma instalação.</a:t>
            </a:r>
          </a:p>
        </p:txBody>
      </p:sp>
    </p:spTree>
    <p:extLst>
      <p:ext uri="{BB962C8B-B14F-4D97-AF65-F5344CB8AC3E}">
        <p14:creationId xmlns:p14="http://schemas.microsoft.com/office/powerpoint/2010/main" val="1698763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4A0753-AFA0-4694-81E5-454BAFB0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E57D8-B0E7-4C5D-BB0A-5D48A9BD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1e3cf1184432d"/>
          <a:stretch xmlns:a="http://schemas.openxmlformats.org/drawingml/2006/main"/>
        </p:blipFill>
        <p:spPr>
          <a:xfrm xmlns:a="http://schemas.openxmlformats.org/drawingml/2006/main">
            <a:off x="514350" y="17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8E2BC-0B58-4AB0-9C4E-6594A66D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30717-F06F-46CB-B92A-F0C7E64E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Manutenção, backup e diagnóstico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D735C-62B9-47FF-95E3-6D45DAB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O sistema inclui saúde do robô, logs, diagnóstico, backup dos dados, troca de imagens do robô, configuração de mensagens e webhook.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2F87A-F4FE-40A9-B881-8CEB1BC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A0F67-44F3-4A6A-B8C3-C3BF0BD8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Saúde do robô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64521-F333-47E6-A2F9-843EBD9F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36C99-2E46-44FD-93E6-DA1D5AF8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Mostra conexão, risco, fila, última resposta e eventos ignorados.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76F6-2BB0-446E-B8D2-0421A1B9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29089-7501-4611-B2B9-AFC72FC4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Backup e restauração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939DB-76C7-47F2-A6CD-43C5AA0A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FF"/>
          </a:solidFill>
          <a:ln xmlns:a="http://schemas.openxmlformats.org/drawingml/2006/main" w="0">
            <a:solidFill>
              <a:srgbClr val="1E5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112DC-2955-4A1D-85CE-CBADF952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Gere cópias antes de manutenção, atualização ou importação.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E2A23-5F3F-4BDE-9429-EF5FC8C8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4D1A5-89E2-470D-9E37-A8A5E508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Diagnóstico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08BC9-6913-4C3D-A8F5-2442C26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9"/>
          </a:solidFill>
          <a:ln xmlns:a="http://schemas.openxmlformats.org/drawingml/2006/main" w="0">
            <a:solidFill>
              <a:srgbClr val="F28A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92074-66B3-482A-A862-B12456F8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Banco, PIX, licença, WhatsApp, webhook e acesso administrativo.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51B89-74B5-4CAE-8D85-BE5757A2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340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D94E8-C4C8-43D6-9FB3-9EEC7E55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339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Webhook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3D48B-24A7-4860-BDD5-BB9D2B8E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149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C9D4"/>
          </a:solidFill>
          <a:ln xmlns:a="http://schemas.openxmlformats.org/drawingml/2006/main" w="0">
            <a:solidFill>
              <a:srgbClr val="17C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C73E5-5530-4E28-B984-C2EF2712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863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Integrações futuras com dados do cliente, financeiro e eventos do robô.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1166A-30AC-44F5-881A-0235E3A6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43400"/>
            <a:ext cx="3143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066DF-60A6-4607-811D-5CCC55B8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Suporte mais simples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F257A-3770-4704-9E21-4183A00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C2D1D-0E0C-4206-A6C5-E3277B45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863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Botões de recuperação evitam depender de comandos no PowerShell.</a:t>
            </a:r>
          </a:p>
        </p:txBody>
      </p:sp>
    </p:spTree>
    <p:extLst>
      <p:ext uri="{BB962C8B-B14F-4D97-AF65-F5344CB8AC3E}">
        <p14:creationId xmlns:p14="http://schemas.microsoft.com/office/powerpoint/2010/main" val="96839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8C99C-662D-4E07-B9BE-F201B02E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4D"/>
          </a:solidFill>
          <a:ln xmlns:a="http://schemas.openxmlformats.org/drawingml/2006/main" w="0">
            <a:solidFill>
              <a:srgbClr val="071B4D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a1e8b76854427"/>
          <a:stretch xmlns:a="http://schemas.openxmlformats.org/drawingml/2006/main"/>
        </p:blipFill>
        <p:spPr>
          <a:xfrm xmlns:a="http://schemas.openxmlformats.org/drawingml/2006/main">
            <a:off x="800100" y="7048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171C0-0BAC-4D85-82CA-0055E89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Julian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008FD-2C30-485B-9D47-92022EB6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Um painel para vender, atender, cobrar e controlar sua operação com padrão profissional.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A4C7E-B7CD-4C89-8752-C318D7A1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952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9D4"/>
          </a:solidFill>
          <a:ln xmlns:a="http://schemas.openxmlformats.org/drawingml/2006/main" w="9525">
            <a:solidFill>
              <a:srgbClr val="17C9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CABF0-96F6-48D5-802D-527B8CD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Demonstração comercial pronta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BE4E0-1213-499F-AD59-1759D79B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952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A19"/>
          </a:solidFill>
          <a:ln xmlns:a="http://schemas.openxmlformats.org/drawingml/2006/main" w="9525">
            <a:solidFill>
              <a:srgbClr val="F28A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F794B-D8BA-48E3-AB34-2239A51D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719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Instalação local controlada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B6BA5-F40D-4A00-8159-E73D8A9F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957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1DB4C-58C1-41CB-8A32-DD29191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Robô WhatsApp integrado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BC2CD-7E04-46A7-90B6-EDD4951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657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8566E-FE27-4269-A53D-E0DA41D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D"/>
                </a:solidFill>
              </a:defRPr>
            </a:pPr>
            <a:r>
              <a:rPr sz="1650" b="1">
                <a:solidFill>
                  <a:srgbClr val="071B4D"/>
                </a:solidFill>
              </a:rPr>
              <a:t>Próximo passo: marcar uma demonstração e mostrar o fluxo completo ao vivo.</a:t>
            </a:r>
          </a:p>
        </p:txBody>
      </p:sp>
    </p:spTree>
    <p:extLst>
      <p:ext uri="{BB962C8B-B14F-4D97-AF65-F5344CB8AC3E}">
        <p14:creationId xmlns:p14="http://schemas.microsoft.com/office/powerpoint/2010/main" val="32166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2026-07-22T14:44:50.5620000Z</dcterms:created>
  <dcterms:modified xsi:type="dcterms:W3CDTF">2026-07-22T14:44:50.5620000Z</dcterms:modified>
</coreProperties>
</file>